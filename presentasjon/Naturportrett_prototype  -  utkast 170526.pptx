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9"/>
    <p:restoredTop sz="94636"/>
  </p:normalViewPr>
  <p:slideViewPr>
    <p:cSldViewPr snapToGrid="0" snapToObjects="1">
      <p:cViewPr varScale="1">
        <p:scale>
          <a:sx n="160" d="100"/>
          <a:sy n="160" d="100"/>
        </p:scale>
        <p:origin x="184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FFFFFF"/>
                </a:solidFill>
                <a:latin typeface="Oslo Sans"/>
              </a:rPr>
              <a:t>Naturportrett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3F5FF"/>
                </a:solidFill>
                <a:latin typeface="Oslo Sans"/>
              </a:rPr>
              <a:t>KI-drevet vurdering av biologisk mangfold i Oslo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3F5FF"/>
                </a:solidFill>
                <a:latin typeface="Oslo Sans"/>
              </a:rPr>
              <a:t>Prototype • Plan- og bygningsetaten •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Oslo Sans"/>
              </a:rPr>
              <a:t>Andreas Fadum Haugstad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Hvorfor Naturportrett?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3727" y="21945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9487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A2859"/>
                </a:solidFill>
                <a:latin typeface="Osl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31546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Tidlig naturhensyn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379476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Plan- og byggesaker krever vurdering av biologisk mangfold tidlig — før det blir kostbart å endre kurs.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207" y="21945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69967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A2859"/>
                </a:solidFill>
                <a:latin typeface="Osl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9967" y="31546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Fragmentert kunnskap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967" y="379476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Informasjon ligger spredt på Artsdatabanken, iNaturalist, GBIF, kommunale rapporter og lovverk. Tidkrevende å samle.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4687" y="21945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10447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A2859"/>
                </a:solidFill>
                <a:latin typeface="Osl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447" y="31546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KI sammenstiller raskt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0447" y="379476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KI kan på sekunder lese flere kilder og levere et strukturert utgangspunkt som fagperson kvalitetssikrer.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De fire produktene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Et naturportrett er hovedproduktet — de tre andre er detaljutdypninger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7802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347" y="2423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347" y="3383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Naturportrett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347" y="3886199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Områdeoversikt: kart, viktige arter, naturtyper, økologiske sammenhenger, trusler.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694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1267" y="2423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1267" y="3383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Naturtypeportrett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1267" y="3886199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Detaljert beskrivelse av en konkret naturtype (NiN-kode), inkl. typiske arter og hensyn.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0187" y="2423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3383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Artsportrett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3886199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Detaljert dyreportrett: levevis, årssyklus, næringskilder, designtiltak.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478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9107" y="2423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9107" y="3383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Planteportrett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9107" y="3886199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Detaljert planteportrett: habitatkrav, pollinator-verdi, samplanting, erfaring i Norge.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555555"/>
                </a:solidFill>
                <a:latin typeface="Oslo Sans"/>
              </a:rPr>
              <a:t>Et naturportrett kan inneholde flere naturtyper, arter og planter — som hver kan få sitt eget detaljerte portrett.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Hva inneholder et portrett?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Eksempel: oppbygning av et artsportrett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920240"/>
            <a:ext cx="94183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2148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A2859"/>
                </a:solidFill>
                <a:latin typeface="Oslo Sans"/>
              </a:rPr>
              <a:t>Artsportrett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17. mai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788920"/>
            <a:ext cx="29260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20" y="28986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C2C2C"/>
                </a:solidFill>
                <a:latin typeface="Oslo Sans"/>
              </a:rPr>
              <a:t>Folkenavn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566160"/>
            <a:ext cx="29260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20" y="367588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C2C2C"/>
                </a:solidFill>
                <a:latin typeface="Oslo Sans"/>
              </a:rPr>
              <a:t>Vitenskapelig navn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78892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28803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C2C2C"/>
                </a:solidFill>
                <a:latin typeface="Oslo Sans"/>
              </a:rPr>
              <a:t>Rødliste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9C66B"/>
                </a:solidFill>
                <a:latin typeface="Oslo Sans"/>
              </a:rPr>
              <a:t>VU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7889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555555"/>
                </a:solidFill>
                <a:latin typeface="Oslo Sans"/>
              </a:rPr>
              <a:t>[Foto av arten]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4343400"/>
            <a:ext cx="48920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20" y="4453128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Karakteristikker — artsfamilie · utbredelse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120640"/>
            <a:ext cx="4160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20" y="523036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Beskrivelse — størrelse, farger, kjønnsforskjeller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5120640"/>
            <a:ext cx="4343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5230368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Foretrukne habitater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555555"/>
                </a:solidFill>
                <a:latin typeface="Oslo Sans"/>
              </a:rPr>
              <a:t>Portrettet har også årssyklus, næringskilder, attributter (nøkkelart/ansvarsart) og praktiske designtiltak.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Brukerflyt — fem steg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Fra adresse til ferdig portrett klart for nedlasting som PDF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350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23849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790" y="3611880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Adresse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55469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26968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6909" y="3611880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Naturportrett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8588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30087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0028" y="3611880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Velg portrettype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1707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833206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147" y="3611880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Velg subjekt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64826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936325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6266" y="3611880"/>
            <a:ext cx="1691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Detaljportrett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555555"/>
                </a:solidFill>
                <a:latin typeface="Oslo Sans"/>
              </a:rPr>
              <a:t>↻  Brukeren kan generere flere detaljportretter for samme adresse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Slik fungerer adressesøket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Brukeren søker etter en adresse i Oslo og får automatiske forslag fra Kartverket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828800"/>
            <a:ext cx="10911535" cy="457200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555555"/>
                </a:solidFill>
                <a:latin typeface="Oslo Sans"/>
              </a:rPr>
              <a:t>Lagre skjermbilde her: presentasjon/skjermbilder/01_adresse.png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Slik ser naturportrettet 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Områdeoversikt med kart, naturtyper, arter og tekstlige seksjoner — Vahls gate 1, Oslo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828800"/>
            <a:ext cx="10911535" cy="457200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555555"/>
                </a:solidFill>
                <a:latin typeface="Oslo Sans"/>
              </a:rPr>
              <a:t>Lagre skjermbilde her: presentasjon/skjermbilder/02_naturportrett.png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Bak kulissene — tre 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Hva som skjer fra knappen blir trykket til portrettet vises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66647" y="219456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18207" y="2606040"/>
            <a:ext cx="822960" cy="82296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Osl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3611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Nettleser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16052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Det brukeren ser:
adresse-søk, kart, portretter, knapper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32807" y="219456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84367" y="2606040"/>
            <a:ext cx="822960" cy="82296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Osl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3611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416052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Henter data fra åpne kilder, snakker med KI, formaterer resultatet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98967" y="219456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50527" y="2606040"/>
            <a:ext cx="822960" cy="82296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Osl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87" y="3611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416052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Skriver portretttekst basert på dataene som leveres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555555"/>
                </a:solidFill>
                <a:latin typeface="Oslo Sans"/>
              </a:rPr>
              <a:t>Hemmelig informasjon (som tilgangsnøkler) ligger kun på serveren — aldri synlig i nettleseren.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Datakilder i prototypen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Hvor informasjonen kommer fra — og hva som er gratis vs. betalt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907127" y="39319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Oslo Sans"/>
              </a:rPr>
              <a:t>Naturportrett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Kartverket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adresse, koordinater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0"/>
            <a:ext cx="0" cy="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21031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iNaturalist + GBIF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4871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arter, 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3108960"/>
            <a:ext cx="0" cy="82296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18320" y="21031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Artsdatabanken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4871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rødliste, fremmedarts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53035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OpenStreetMap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875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bakgrunnskart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61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743200" y="0"/>
            <a:ext cx="0" cy="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18320" y="53035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9050">
            <a:solidFill>
              <a:srgbClr val="F9C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53949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56875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sammenstiller informasjonen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59618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2C2C2C"/>
                </a:solidFill>
                <a:latin typeface="Oslo Sans"/>
              </a:rPr>
              <a:t>(betalt)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555555"/>
                </a:solidFill>
                <a:latin typeface="Oslo Sans"/>
              </a:rPr>
              <a:t>Alle datakilder unntatt KI er gratis offentlige tjenester. KI er den eneste betalte tjenesten — koster &lt; 0,15 USD per komplett sesjon.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Hva gjør KI — og hva gjør den ikke?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Det er viktig å forstå hva systemet kan og ikke 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29487" y="2103120"/>
            <a:ext cx="49377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5247" y="2377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4B45"/>
                </a:solidFill>
                <a:latin typeface="Oslo Sans"/>
              </a:rPr>
              <a:t>✓  GJØR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3017520"/>
            <a:ext cx="4206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Sammenstiller informasjon fra dataene den får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Skriver strukturert tekst med faste seksjoner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Følger Oslo kommunes naturmangfoldsstrategi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Foreslår praktiske designtiltak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Holder konsistent struktur uansett område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49377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0207" y="2377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0BFAE"/>
                </a:solidFill>
                <a:latin typeface="Oslo Sans"/>
              </a:rPr>
              <a:t>✗  GJØR IKKE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207" y="3017520"/>
            <a:ext cx="42062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Søker ikke selv etter ny informasjon på nett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Verifiserer ikke fakta mot offisielle databaser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Kan av og til hallusinere detaljer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Erstatter ikke fagperson — er et utgangspunkt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Tar ikke høyde for siste års endringer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0911535" cy="50292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Alle portretter må kvalitetssikres av fagperson før bruk i saksbehandling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Veikart — flere datakilder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Slik kan prototypen vokse. Hver ny kilde gir bedre presisjon.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6647" y="1920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4B45"/>
                </a:solidFill>
                <a:latin typeface="Oslo Sans"/>
              </a:rPr>
              <a:t>Allerede på plass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920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555555"/>
                </a:solidFill>
                <a:latin typeface="Oslo Sans"/>
              </a:rPr>
              <a:t>Foreslåtte fremtidige kilder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246888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40967" y="25877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Kartverket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647" y="310896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0967" y="322783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iNaturalist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6647" y="374904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40967" y="386791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GBIF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6647" y="438912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40967" y="450799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OpenStreetMap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647" y="502920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40967" y="514807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Artsdatabanken (statisk)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167" y="246888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4487" y="25877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Artsdatabanken API (live)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167" y="310896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4487" y="322783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NiN-systemet (naturtyper)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0167" y="374904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4487" y="386791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Norge i bilder (ortofoto)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167" y="438912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4487" y="450799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Miljødirektoratet (vern, vilt)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0167" y="502920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4487" y="514807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Plankart Oslo / FKB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0167" y="566928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4487" y="57881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MGS Oslo (kommunale 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Hva er RAG — og hvorfor trenger vi det?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RAG = Retrieval-Augmented Generation • å hente kunnskap før KI svarer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20927" y="2103120"/>
            <a:ext cx="48463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6687" y="2377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Uten RAG (dagens prototype)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301752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Svarer fra det KI «husker» fra treningen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Ikke alltid oppdatert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Vi ser ikke hvor påstander kommer 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4846320" cy="292608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90207" y="2377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4B45"/>
                </a:solidFill>
                <a:latin typeface="Oslo Sans"/>
              </a:rPr>
              <a:t>Med RAG (foreslått neste steg)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207" y="301752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Henter fra Oslo kommunes egne dokumenter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Alltid oppdatert når dokumentbasen oppdateres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Hver påstand har sporbar kildehenvisning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86400"/>
            <a:ext cx="10911535" cy="64008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2C2C2C"/>
                </a:solidFill>
                <a:latin typeface="Oslo Sans"/>
              </a:rPr>
              <a:t>Eksempel: «Hva sier Veileder Biotoptak om grønne tak?»  →  RAG slår opp svaret direkte i PDFen.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Slik vil RAG fungere for Naturportrett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Fem trinn fra Oslo kommunes dokumenter til kildebelagt portrett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69470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6630" y="242316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Kunnskaps-
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630" y="329184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PDFer, veiledere,
Oslo-rapporter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64029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1189" y="242316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Indeksering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1189" y="329184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Deler tekst i biter
for søk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8588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5748" y="242316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Søkemotor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5748" y="329184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Finner relevante
biter ved spørring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3147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0307" y="242316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0307" y="329184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Skriver svar med
bitene som grunnlag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47706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84866" y="242316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34B45"/>
                </a:solidFill>
                <a:latin typeface="Oslo Sans"/>
              </a:rPr>
              <a:t>Portrett
m/ kilder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4866" y="3291840"/>
            <a:ext cx="1600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Sporbart per
påstand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Oslo Sans"/>
              </a:rPr>
              <a:t>Verdien for Oslo kommune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F5FF"/>
                </a:solidFill>
                <a:latin typeface="Oslo Sans"/>
              </a:rPr>
              <a:t>Hver påstand kan lenkes tilbake til en konkret rapport eller veileder.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Mulige tiltak for mer presisjon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Tre retninger vi kan utforske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201168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33172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94560"/>
            <a:ext cx="9448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A2859"/>
                </a:solidFill>
                <a:latin typeface="Oslo Sans"/>
              </a:rPr>
              <a:t>Mer presise områder på kartet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06040"/>
            <a:ext cx="94484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I stedet for en enkel 500 m sirkel: bruk faktiske eiendomsgrenser, registrerte naturtyper og reguleringsformål for å avgjøre hva som er innenfor prosjektet.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388620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749040"/>
            <a:ext cx="9448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A2859"/>
                </a:solidFill>
                <a:latin typeface="Oslo Sans"/>
              </a:rPr>
              <a:t>Direkte oppslag i offentlige databaser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160520"/>
            <a:ext cx="94484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I tillegg til RAG (som henter fra dokumenter), kan systemet hente sanntidsfakta direkte fra Artsdatabanken og kommunens registre. F.eks. «hva er dagens rødlistestatus for spisslønn?» — svar fra databasen, ikke fra KIs hukommelse.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544068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03520"/>
            <a:ext cx="9448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A2859"/>
                </a:solidFill>
                <a:latin typeface="Oslo Sans"/>
              </a:rPr>
              <a:t>Fagvurdering integrert i flyten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715000"/>
            <a:ext cx="94484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Knapp for «godkjent av fagperson», redigeringsverktøy, og visuell flagging av usikre påstander.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Spørsmål vi bør drøfte med UKE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Når vi senere vurderer implementering i Oslo kommunes systemer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Hvilken sky/infrastruktur passer best for denne typen tjenester?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Hvordan integrere med eksisterende saksbehandlersystemer?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Hvilken pålogging er aktuelt (saksbehandlere vs. eksterne brukere)?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Hvordan håndtere drift, oppetid og support?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Hva er sikkerhetskravene for KI-baserte verktøy i kommunen?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Hvilke krav stilles til logging og sporbarhet?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Oslo Sans"/>
              </a:rPr>
              <a:t>Veien videre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828800" cy="64008"/>
          </a:xfrm>
          <a:prstGeom prst="rect">
            <a:avLst/>
          </a:prstGeom>
          <a:solidFill>
            <a:srgbClr val="43F8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3F8B6"/>
                </a:solidFill>
                <a:latin typeface="Oslo Sans"/>
              </a:rPr>
              <a:t>Fase 1  •  Juli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3F5FF"/>
                </a:solidFill>
                <a:latin typeface="Oslo Sans"/>
              </a:rPr>
              <a:t>Jeg jobber videre med prototypen: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1153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Bygge RAG-systemet — sporbarhet og bedre presisjon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Integrere flere datakilder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Forbedre format på produktet (PDF, sidelayout)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Diskutere om vi skal gjennomføre brukertesting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3F8B6"/>
                </a:solidFill>
                <a:latin typeface="Oslo Sans"/>
              </a:rPr>
              <a:t>Fase 2  •  Etter sommeren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3F5FF"/>
                </a:solidFill>
                <a:latin typeface="Oslo Sans"/>
              </a:rPr>
              <a:t>Møte med UKE for å drøfte: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Implementering i Oslo kommunes systemer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Alternativt: UKE bygger systemet, og denne prototypen tjener som skisse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Oslo San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1125</Words>
  <Application>Microsoft Macintosh PowerPoint</Application>
  <PresentationFormat>Widescreen</PresentationFormat>
  <Paragraphs>192</Paragraphs>
  <Slides>16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16</vt:i4>
      </vt:variant>
    </vt:vector>
  </HeadingPairs>
  <TitlesOfParts>
    <vt:vector size="20" baseType="lpstr">
      <vt:lpstr>Arial</vt:lpstr>
      <vt:lpstr>Calibri</vt:lpstr>
      <vt:lpstr>Oslo Sans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Andreas Fadum Haugstad</cp:lastModifiedBy>
  <cp:revision>2</cp:revision>
  <dcterms:created xsi:type="dcterms:W3CDTF">2013-01-27T09:14:16Z</dcterms:created>
  <dcterms:modified xsi:type="dcterms:W3CDTF">2026-05-17T20:53:57Z</dcterms:modified>
  <cp:category/>
</cp:coreProperties>
</file>